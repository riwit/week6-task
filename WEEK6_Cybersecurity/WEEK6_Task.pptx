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9B59-298B-61FB-27CB-04DF99414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421BA-EBEE-3148-C941-8ED6FE0BA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CB1A3-9007-3E28-5FC9-E519C233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5945-20BD-9828-469C-351751A7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C4287-1F7D-A9FD-EAFF-3CCDF165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178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BCE3-4C63-AB7D-9030-BFBF40CA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4AF57-71B5-E517-AEA6-7A6B344EF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9FE57-8C85-86EF-04D8-26E07F18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27887-CB75-48BF-EE6D-304C5A924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EC8D2-CCDB-78D9-E4A4-7F56C49B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39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2251-6EC1-AD51-9AB4-DB08B50E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1EDAC-96A5-EC67-D423-2DA808DF1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E78C2-3C6B-F923-9C40-7783B2F11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1D3F6-FD67-0D17-40B7-899633DD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D4BE3-EFF2-3274-978C-9F2A4CEB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39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297D-767D-0FEB-C91C-B24278C1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1B8E3-EF2F-93F0-8536-59360443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6191E-3FB6-92AA-2FA5-DC23B0572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9DD8C-677C-B649-99FF-7204E95F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4DBDE-5595-7F73-1267-53033353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81C84-2C16-7ECE-D16A-D07D23A8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78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B097-6788-9B99-7903-A4C5DFB5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D89A6-ECB7-4F54-3690-96314C6E1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E4D58-8724-1885-15A8-9D0039034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7CE70-2499-E82C-E2DC-EBA0AE693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3A443-3DBC-5F75-1C7C-ED1D4B6B2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458CE4-C58C-6F9B-FE22-BC71801D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0DC789-E7AE-63C8-972D-3017D499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F472A-CD57-612C-DAF1-2DED4575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6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100D-5D31-1577-A4AF-8D8B0ADF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5F890-AE4C-3F9D-5B45-029548C0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CEE78-256B-5C58-04B6-D59E4E4A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DF1D8-9167-2023-71AD-6727AA15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64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8F385-D749-A454-4C7A-8EC7E1A3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89428-762E-2C86-8AEE-E3AAA010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8880E-5B8D-AE87-019E-A5E6E2EA2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55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ACC5-C67C-92A5-EABC-B108E3FB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A1D9-EA03-FAF9-045E-8B34EAAD2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AE7C7-4A04-CDD4-10BA-4A6976E73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CDDB1-95E8-BC97-87FD-65D57765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5FA55-3492-16B4-152A-6088D616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2CC0A-9352-06F2-8562-CCA04166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670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B08A-CAD6-8765-9AD2-40C499BBC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E2EE2-8961-4F10-16E7-B545028EA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206FA-46CB-84C8-88A7-0EFB5A243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EE60F-6749-561A-75C3-99ACACF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6A49B-E79D-8B19-4066-034305C12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E846D-61D2-E866-EA04-E1266D75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02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3132-8826-9B19-5346-F0B2AA44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407C3-CC5F-1D59-0FB6-EA0E07A80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3725E-17FB-77F0-E792-A3AAA548C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74854-7C3E-F774-EBC5-C86BA28B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7E4F7-F2D1-AFD7-6396-C5D3FFB3D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49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FEB61-4A1A-25E9-3BBA-C4AEF6B39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8BE12-EE0C-E01D-F98F-42756D6CF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FAFC4-9F61-CBBC-BA74-540F83CD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28E0B-53BF-8CFD-9B8B-FAD60889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9EB42-D4D9-BA1E-3FDC-BAEA8056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41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0E47B-03FC-2C05-E5ED-D1DE9587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EF328-437A-90FD-06EA-E8171A9F6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B590F-D082-5B10-7808-2FB443A8B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13040-E276-482C-AF30-2727BBAA5CD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C87F-CD56-51FD-DFE7-3FD8A06A7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17F7C-EF46-2A8E-75BA-C0F0FCDC0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FE0BF-509C-43D3-A598-5FD1438B7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6FCE1A-07B4-7CF4-5DBD-4214D216FBC7}"/>
              </a:ext>
            </a:extLst>
          </p:cNvPr>
          <p:cNvSpPr txBox="1"/>
          <p:nvPr/>
        </p:nvSpPr>
        <p:spPr>
          <a:xfrm>
            <a:off x="895349" y="732562"/>
            <a:ext cx="77819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Name: -Kumbhar Dilip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 Name: - Indus University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Internship: - Cyber Security Internship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Organization: - DG Intern Hub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6 Assignment: -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Security &amp; Vulnerability Testing (VAPT Basics)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SID: - dg/September/cyber/264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Mail: - dilipkumbhar.dginternshub@gmail.com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6: - Theory + Practical</a:t>
            </a:r>
          </a:p>
        </p:txBody>
      </p:sp>
    </p:spTree>
    <p:extLst>
      <p:ext uri="{BB962C8B-B14F-4D97-AF65-F5344CB8AC3E}">
        <p14:creationId xmlns:p14="http://schemas.microsoft.com/office/powerpoint/2010/main" val="233650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735E5F-EFBA-9616-4C53-896122D98618}"/>
              </a:ext>
            </a:extLst>
          </p:cNvPr>
          <p:cNvSpPr txBox="1"/>
          <p:nvPr/>
        </p:nvSpPr>
        <p:spPr>
          <a:xfrm>
            <a:off x="1763132" y="403855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1: Study OWASP TOP 10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4AEA00-67B4-68EB-F344-3639A9AA6CE2}"/>
              </a:ext>
            </a:extLst>
          </p:cNvPr>
          <p:cNvSpPr txBox="1"/>
          <p:nvPr/>
        </p:nvSpPr>
        <p:spPr>
          <a:xfrm>
            <a:off x="1763132" y="803887"/>
            <a:ext cx="609437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OWASP Top 10 is a widely used awareness resource that describes major web application security risks. Your task specifically focuses on four vulnerabilities.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SQL Injection (SQLi)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Meaning: Untrusted input changes the intended SQL database query.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impact: Unauthorized access to database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Prevention: Parameterized queries, input validation, least-privilege database accounts.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Testing: Use DVWA's SQL Injection module in a local lab.</a:t>
            </a:r>
          </a:p>
          <a:p>
            <a:pPr lvl="0"/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Cross-Site Scripting (XSS)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Meaning: An application allows untrusted content to execute as script in a browser.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Reflected XSS: The input is reflected in the immediate response.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XSS: The malicious content is saved and later shown to users.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Prevention: Context-aware output encoding, safe templating, and appropriate sanitization.</a:t>
            </a:r>
          </a:p>
        </p:txBody>
      </p:sp>
      <p:pic>
        <p:nvPicPr>
          <p:cNvPr id="14" name="Picture 13" descr="SQLMap: SQL Injection">
            <a:extLst>
              <a:ext uri="{FF2B5EF4-FFF2-40B4-BE49-F238E27FC236}">
                <a16:creationId xmlns:a16="http://schemas.microsoft.com/office/drawing/2014/main" id="{C84C6830-6B8B-9BCB-AA98-7A59BBB13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94" y="848002"/>
            <a:ext cx="3233806" cy="2464264"/>
          </a:xfrm>
          <a:prstGeom prst="rect">
            <a:avLst/>
          </a:prstGeom>
        </p:spPr>
      </p:pic>
      <p:pic>
        <p:nvPicPr>
          <p:cNvPr id="15" name="Picture 14" descr="Everything You Need to Know About Cross-Site Scripting (XSS) - System Design">
            <a:extLst>
              <a:ext uri="{FF2B5EF4-FFF2-40B4-BE49-F238E27FC236}">
                <a16:creationId xmlns:a16="http://schemas.microsoft.com/office/drawing/2014/main" id="{1F9E0B32-60FE-B303-5399-3A8C7E8B8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994" y="3633284"/>
            <a:ext cx="3233805" cy="241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20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F22D5-A8AC-F074-9703-DDFD4525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C654F7-AC61-D269-B152-EDEE3D15651D}"/>
              </a:ext>
            </a:extLst>
          </p:cNvPr>
          <p:cNvSpPr txBox="1"/>
          <p:nvPr/>
        </p:nvSpPr>
        <p:spPr>
          <a:xfrm>
            <a:off x="1731523" y="868365"/>
            <a:ext cx="550342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Broken Authentication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Meaning: Weak login, session management, or authentication controls allow account compromise.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 Weak passwords, insecure session handling, missing protections against repeated login attempts.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Prevention: Multi-factor authentication, secure session cookies, login throttling, and strong password controls.</a:t>
            </a:r>
          </a:p>
          <a:p>
            <a:pPr lvl="0"/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Security Misconfiguration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Meaning: Systems or applications have insecure settings.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 Debug mode enabled, default credentials, directory listing enabled, excessive error details.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Prevention: Secure configuration baselines, patching, removing defaults, and regular configuration reviews.</a:t>
            </a:r>
          </a:p>
        </p:txBody>
      </p:sp>
      <p:pic>
        <p:nvPicPr>
          <p:cNvPr id="4" name="Picture 3" descr="Web Application Penetration Testing - Pensive Security Blog">
            <a:extLst>
              <a:ext uri="{FF2B5EF4-FFF2-40B4-BE49-F238E27FC236}">
                <a16:creationId xmlns:a16="http://schemas.microsoft.com/office/drawing/2014/main" id="{F02184F1-95F0-AE8B-FF1A-7C525317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009" y="664085"/>
            <a:ext cx="3686555" cy="2764916"/>
          </a:xfrm>
          <a:prstGeom prst="rect">
            <a:avLst/>
          </a:prstGeom>
        </p:spPr>
      </p:pic>
      <p:pic>
        <p:nvPicPr>
          <p:cNvPr id="6" name="Picture 5" descr="What is a API7 Security Misconfiguration?">
            <a:extLst>
              <a:ext uri="{FF2B5EF4-FFF2-40B4-BE49-F238E27FC236}">
                <a16:creationId xmlns:a16="http://schemas.microsoft.com/office/drawing/2014/main" id="{148BAB43-48A7-E1DE-C46A-2A0587724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215" y="3699294"/>
            <a:ext cx="3684349" cy="239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88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07DC6-FC17-D02D-FCE2-3D9D244F1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767B30-925F-1338-B44A-6A34BC549906}"/>
              </a:ext>
            </a:extLst>
          </p:cNvPr>
          <p:cNvSpPr txBox="1"/>
          <p:nvPr/>
        </p:nvSpPr>
        <p:spPr>
          <a:xfrm>
            <a:off x="1819275" y="179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2: Install &amp; Setup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33AD3-5E8A-8A59-2F59-7DFA99C42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4" y="3762998"/>
            <a:ext cx="4953001" cy="2965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BE76CC-5FD1-584F-A260-FB33186F9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345" y="1005047"/>
            <a:ext cx="4401734" cy="2584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48103B-4C19-7A1F-7164-3DEC6D65C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355" y="1081247"/>
            <a:ext cx="4228520" cy="25846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724D03-2A7E-CD56-E946-C5994D4FE4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345" y="3762998"/>
            <a:ext cx="3787210" cy="29404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C53E15-823E-8BCC-0810-CDB6BF17E888}"/>
              </a:ext>
            </a:extLst>
          </p:cNvPr>
          <p:cNvSpPr txBox="1"/>
          <p:nvPr/>
        </p:nvSpPr>
        <p:spPr>
          <a:xfrm>
            <a:off x="220026" y="1490007"/>
            <a:ext cx="2667000" cy="30162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Install Burp Suite using the Kali Linux terminal.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Launch Burp Suite Community Edition and select temporary project.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Choose default configuration settings and start Burp Suite.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Open the Dashboard to view available tasks.</a:t>
            </a:r>
          </a:p>
        </p:txBody>
      </p:sp>
    </p:spTree>
    <p:extLst>
      <p:ext uri="{BB962C8B-B14F-4D97-AF65-F5344CB8AC3E}">
        <p14:creationId xmlns:p14="http://schemas.microsoft.com/office/powerpoint/2010/main" val="246851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B2D32-F845-88D1-D575-A0DC40CD0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4FB6CA-8700-4EC7-1049-EB95A0F6B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"/>
          <a:stretch>
            <a:fillRect/>
          </a:stretch>
        </p:blipFill>
        <p:spPr>
          <a:xfrm>
            <a:off x="6283817" y="3181866"/>
            <a:ext cx="5498607" cy="36761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75BD7-30E6-D43C-06AB-F5DEE02F4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21" y="3181866"/>
            <a:ext cx="3378692" cy="35880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1F1074-3A68-B655-0A8D-F8051B9373F8}"/>
              </a:ext>
            </a:extLst>
          </p:cNvPr>
          <p:cNvSpPr txBox="1"/>
          <p:nvPr/>
        </p:nvSpPr>
        <p:spPr>
          <a:xfrm>
            <a:off x="1946521" y="1718101"/>
            <a:ext cx="60960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Steps 1: DVWA Login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the DVWA web application in the browser.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 the username and password.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access the application.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26C730-8A32-AA05-1693-3712FCB8CB9A}"/>
              </a:ext>
            </a:extLst>
          </p:cNvPr>
          <p:cNvSpPr txBox="1"/>
          <p:nvPr/>
        </p:nvSpPr>
        <p:spPr>
          <a:xfrm>
            <a:off x="6515100" y="256163"/>
            <a:ext cx="60960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800"/>
              </a:spcBef>
              <a:buNone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Steps 2: Install DVWA</a:t>
            </a:r>
          </a:p>
          <a:p>
            <a:pPr marR="0" lvl="0" algn="l">
              <a:spcBef>
                <a:spcPts val="600"/>
              </a:spcBef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the Kali Linux terminal.</a:t>
            </a:r>
          </a:p>
          <a:p>
            <a:pPr marR="0" lvl="0" algn="l">
              <a:spcBef>
                <a:spcPts val="600"/>
              </a:spcBef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 the package list using:</a:t>
            </a:r>
          </a:p>
          <a:p>
            <a:pPr marR="0" lvl="0" algn="l">
              <a:spcBef>
                <a:spcPts val="600"/>
              </a:spcBef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bash</a:t>
            </a:r>
          </a:p>
          <a:p>
            <a:pPr marL="285750" marR="0" lvl="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apt update</a:t>
            </a:r>
          </a:p>
          <a:p>
            <a:pPr marR="0" lvl="0" algn="l">
              <a:spcBef>
                <a:spcPts val="600"/>
              </a:spcBef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Install DVWA using:</a:t>
            </a:r>
          </a:p>
          <a:p>
            <a:pPr marR="0" lvl="0" algn="l">
              <a:spcBef>
                <a:spcPts val="600"/>
              </a:spcBef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bash</a:t>
            </a:r>
          </a:p>
          <a:p>
            <a:pPr marL="285750" marR="0" lvl="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apt install </a:t>
            </a:r>
            <a:r>
              <a:rPr lang="en-IN" sz="1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dvwa</a:t>
            </a:r>
            <a:endParaRPr lang="en-IN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>
              <a:spcBef>
                <a:spcPts val="600"/>
              </a:spcBef>
            </a:pP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 for the installation process to complete.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47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58AEB-7A64-6CDF-8F88-CD5E3EF7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7B10A6-DE31-264D-A480-A2E3144A9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3"/>
          <a:stretch>
            <a:fillRect/>
          </a:stretch>
        </p:blipFill>
        <p:spPr>
          <a:xfrm>
            <a:off x="1028700" y="3009900"/>
            <a:ext cx="6126162" cy="3686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8059D0-5307-9D34-864A-BF12FC7EF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185" y="3009900"/>
            <a:ext cx="3525938" cy="3686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1D69C6-2BBA-9D1D-1D7D-F06A372B6D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840" y="161574"/>
            <a:ext cx="4685283" cy="2711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29C07C-4F5F-F8A5-111A-AA9F95952A83}"/>
              </a:ext>
            </a:extLst>
          </p:cNvPr>
          <p:cNvSpPr txBox="1"/>
          <p:nvPr/>
        </p:nvSpPr>
        <p:spPr>
          <a:xfrm>
            <a:off x="1971675" y="68655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Updated Kali Linux packages.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Installed OWASP ZAP using apt.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Launched ZAP successfully.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Verified the ZAP interface.</a:t>
            </a:r>
            <a:endParaRPr lang="en-IN" sz="12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548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D66F7-8C63-B5BB-62B0-BFB9E30A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C6B0E2-9EB8-533D-85D9-68EE55C69529}"/>
              </a:ext>
            </a:extLst>
          </p:cNvPr>
          <p:cNvSpPr txBox="1"/>
          <p:nvPr/>
        </p:nvSpPr>
        <p:spPr>
          <a:xfrm>
            <a:off x="1962150" y="272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3: Perform Testing (DVWA)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3C0EC-4A36-F0CE-C869-D058AAB08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388" y="885825"/>
            <a:ext cx="4835439" cy="286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26C2D0-D6F8-4BCE-45F2-FB47C056F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00"/>
          <a:stretch>
            <a:fillRect/>
          </a:stretch>
        </p:blipFill>
        <p:spPr>
          <a:xfrm>
            <a:off x="3616233" y="3429000"/>
            <a:ext cx="2952760" cy="3319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18C820-752B-B9E8-73E9-1EFC0991F9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387" y="3999307"/>
            <a:ext cx="4210779" cy="23919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554AEE-AB86-73B9-C0AA-ADDBA8810324}"/>
              </a:ext>
            </a:extLst>
          </p:cNvPr>
          <p:cNvSpPr txBox="1"/>
          <p:nvPr/>
        </p:nvSpPr>
        <p:spPr>
          <a:xfrm>
            <a:off x="1800225" y="881271"/>
            <a:ext cx="55468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+mn-lt"/>
              </a:rPr>
              <a:t>Log in to DVWA using valid credentials.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+mn-lt"/>
              </a:rPr>
              <a:t>Intercept and inspect login requests using Burp Suite.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+mn-lt"/>
              </a:rPr>
              <a:t>Navigate to the SQL Injection vulnerability module.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+mn-lt"/>
              </a:rPr>
              <a:t>Enter the SQL injection payload into User ID.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+mn-lt"/>
              </a:rPr>
              <a:t>Submit the payload and observe returned user records.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+mn-lt"/>
              </a:rPr>
              <a:t>Analyse unauthorized database access and query manipulation risks.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+mn-lt"/>
              </a:rPr>
              <a:t>Recommend prepared statements and proper input validation.</a:t>
            </a:r>
            <a:endParaRPr lang="en-IN" sz="1600" b="0" i="0" dirty="0">
              <a:solidFill>
                <a:schemeClr val="bg1"/>
              </a:solidFill>
              <a:effectLst/>
              <a:latin typeface="-apple-system-body"/>
            </a:endParaRPr>
          </a:p>
        </p:txBody>
      </p:sp>
    </p:spTree>
    <p:extLst>
      <p:ext uri="{BB962C8B-B14F-4D97-AF65-F5344CB8AC3E}">
        <p14:creationId xmlns:p14="http://schemas.microsoft.com/office/powerpoint/2010/main" val="319789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1E804-397E-B6A6-56E3-C20CDEC2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4185E0-12F3-17F5-61D4-E9D32CE95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8" y="3841865"/>
            <a:ext cx="4591051" cy="2754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B36E5B-9FF2-885B-C5B1-BBD03B5C5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8" y="857848"/>
            <a:ext cx="4591051" cy="28197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ED48B-56BF-9D92-9975-CCAEDC5C3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522" y="4843581"/>
            <a:ext cx="3248478" cy="12003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9CA958-EDD3-D72A-6E6E-C9E5AD22E821}"/>
              </a:ext>
            </a:extLst>
          </p:cNvPr>
          <p:cNvSpPr txBox="1"/>
          <p:nvPr/>
        </p:nvSpPr>
        <p:spPr>
          <a:xfrm>
            <a:off x="1866900" y="1107728"/>
            <a:ext cx="47720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Open DVWA and select Stored XSS vulnerability.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Enter username and JavaScript payload in fields.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Submit guestbook entry and observe stored message.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Select Reflected XSS and enter test payload.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Submit input and observe reflected response behaviour.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Observe alert displaying document cookie information.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Verify session cookie and low security setting.</a:t>
            </a:r>
            <a:endParaRPr lang="en-IN" sz="1200" b="0" i="0" dirty="0">
              <a:solidFill>
                <a:schemeClr val="bg1"/>
              </a:solidFill>
              <a:effectLst/>
              <a:latin typeface="-apple-system-body"/>
            </a:endParaRPr>
          </a:p>
        </p:txBody>
      </p:sp>
    </p:spTree>
    <p:extLst>
      <p:ext uri="{BB962C8B-B14F-4D97-AF65-F5344CB8AC3E}">
        <p14:creationId xmlns:p14="http://schemas.microsoft.com/office/powerpoint/2010/main" val="266662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6FFC1-34DD-AC0C-A8DD-6AC2F171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D84287-2E93-4033-BCA4-564600AAFB54}"/>
              </a:ext>
            </a:extLst>
          </p:cNvPr>
          <p:cNvSpPr txBox="1"/>
          <p:nvPr/>
        </p:nvSpPr>
        <p:spPr>
          <a:xfrm>
            <a:off x="1838325" y="3201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4: Scan Using OWASP ZAP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68FF27-5E9F-46B5-3412-6AE87090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83" y="3556517"/>
            <a:ext cx="5010150" cy="3052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7EB2DD-B713-169C-E6FB-77932117A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84" y="3556517"/>
            <a:ext cx="5220816" cy="29813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9F9BD3-AB60-FF16-C59A-C89F2188F97F}"/>
              </a:ext>
            </a:extLst>
          </p:cNvPr>
          <p:cNvSpPr txBox="1"/>
          <p:nvPr/>
        </p:nvSpPr>
        <p:spPr>
          <a:xfrm>
            <a:off x="1714500" y="1077427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OWASP ZAP and launch the application.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Start DVWA or an authorized test website.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Scan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from Quick Start.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 the target website URL in the field.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Attack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begin automated scanning.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81A264-2A94-A1F4-0DC6-B0B2FDA7A72D}"/>
              </a:ext>
            </a:extLst>
          </p:cNvPr>
          <p:cNvSpPr txBox="1"/>
          <p:nvPr/>
        </p:nvSpPr>
        <p:spPr>
          <a:xfrm>
            <a:off x="6705600" y="1077427"/>
            <a:ext cx="46863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 until the scan process completes.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Alerts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identify security vulnerabilities.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Review vulnerability severity, evidence, and affected URLs.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select report generation.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Export the scan report and save it.</a:t>
            </a:r>
          </a:p>
        </p:txBody>
      </p:sp>
    </p:spTree>
    <p:extLst>
      <p:ext uri="{BB962C8B-B14F-4D97-AF65-F5344CB8AC3E}">
        <p14:creationId xmlns:p14="http://schemas.microsoft.com/office/powerpoint/2010/main" val="1309797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60E1A-8D9F-D211-DAC7-57AED6F9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A0AC9B-2AC9-116A-384F-92EC58BD28D3}"/>
              </a:ext>
            </a:extLst>
          </p:cNvPr>
          <p:cNvSpPr txBox="1"/>
          <p:nvPr/>
        </p:nvSpPr>
        <p:spPr>
          <a:xfrm>
            <a:off x="1838325" y="3201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4: Scan Using OWASP ZAP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556AF2-B422-838B-0235-825D2332A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83" y="3556517"/>
            <a:ext cx="5010150" cy="3052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7EC030-2A27-C1B1-FF58-42BB390450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84" y="3556517"/>
            <a:ext cx="5220816" cy="29813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7B9757-2B65-A06B-DF9F-C2BD368CF1A6}"/>
              </a:ext>
            </a:extLst>
          </p:cNvPr>
          <p:cNvSpPr txBox="1"/>
          <p:nvPr/>
        </p:nvSpPr>
        <p:spPr>
          <a:xfrm>
            <a:off x="1714500" y="1077427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OWASP ZAP and launch the application.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Start DVWA or an authorized test website.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Scan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from Quick Start.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 the target website URL in the field.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Attack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begin automated scanning.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8B85D8-94FE-8156-DD7F-724ECE528DE3}"/>
              </a:ext>
            </a:extLst>
          </p:cNvPr>
          <p:cNvSpPr txBox="1"/>
          <p:nvPr/>
        </p:nvSpPr>
        <p:spPr>
          <a:xfrm>
            <a:off x="6705600" y="1077427"/>
            <a:ext cx="46863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 until the scan process completes.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Alerts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identify security vulnerabilities.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Review vulnerability severity, evidence, and affected URLs.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select report generation.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IN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Export the scan report and save it.</a:t>
            </a:r>
          </a:p>
        </p:txBody>
      </p:sp>
    </p:spTree>
    <p:extLst>
      <p:ext uri="{BB962C8B-B14F-4D97-AF65-F5344CB8AC3E}">
        <p14:creationId xmlns:p14="http://schemas.microsoft.com/office/powerpoint/2010/main" val="2686540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2A4F6-7499-5922-571A-94500F71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3BCA83-262B-298D-AAB2-0EA9C60A7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092" y="1267466"/>
            <a:ext cx="7808683" cy="3150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0A2C68-BB7E-2389-ED0B-E58E1A5ED509}"/>
              </a:ext>
            </a:extLst>
          </p:cNvPr>
          <p:cNvSpPr txBox="1"/>
          <p:nvPr/>
        </p:nvSpPr>
        <p:spPr>
          <a:xfrm>
            <a:off x="1800225" y="6860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090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21E6D-9722-F9B0-1720-3C4BEAA1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63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737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-apple-system-body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kumbhar dilip</dc:creator>
  <cp:lastModifiedBy>kumbhar dilip</cp:lastModifiedBy>
  <cp:revision>4</cp:revision>
  <dcterms:created xsi:type="dcterms:W3CDTF">2026-10-10T12:30:28Z</dcterms:created>
  <dcterms:modified xsi:type="dcterms:W3CDTF">2026-10-13T10:02:55Z</dcterms:modified>
</cp:coreProperties>
</file>